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2103120"/>
          </a:xfrm>
          <a:prstGeom prst="rect">
            <a:avLst/>
          </a:prstGeom>
          <a:solidFill>
            <a:srgbClr val="1557A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71C2"/>
                </a:solidFill>
              </a:rPr>
              <a:t>US-08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Filter Todos by Status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DD7F4"/>
                </a:solidFill>
              </a:rPr>
              <a:t>EPIC-03 — Todo Organization &amp; Filtering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Priority: Should Have   |   Story Points: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Sprint 1 — Todo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US-08 — Filter Todos by 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Story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188720"/>
          </a:xfrm>
          <a:prstGeom prst="rect">
            <a:avLst/>
          </a:prstGeom>
          <a:solidFill>
            <a:srgbClr val="E7F5FF"/>
          </a:solidFill>
          <a:ln w="12700">
            <a:solidFill>
              <a:srgbClr val="74C0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Filter the todo list by All, Active, or Completed status using the footer filter bar. The active filter is visually highlighted.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React state filtering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Footer filter bar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CSS highlight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5057"/>
                </a:solidFill>
              </a:rPr>
              <a:t>Points: 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Acceptance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US-08 — Filter Todos by Status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"Active" filter shows only incomplete todos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"Completed" filter shows only done todos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0896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"All" filter shows every todo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97764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59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Active filter is visually highlighted in the UI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US-08 — Filter Todos by Status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6" name="Image 0" descr="/Users/loab/Documents/ai-coding-factory/projects/todo-app/artifacts/deliverables/US-08/screenshots/09-filter-ac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Definition of Done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US-08 — Filter Todos by Status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Unit tests written with &gt;80% coverage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Integration tests for API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973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Code review completed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723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07238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E2E tests passed (all journeys green)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850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68503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User documentation written (help article, FAQ, troubleshooting)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Architecture diagram updated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86460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9103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9103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PowerPoint deliverable generated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47725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52297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DB5BD"/>
                </a:solidFill>
              </a:rPr>
              <a:t>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52297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</a:rPr>
              <a:t>Git commit and push completed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US-08 — Filter Todos by Status</dc:title>
  <dc:subject>PptxGenJS Presentation</dc:subject>
  <dc:creator>AI Coding Factory</dc:creator>
  <cp:lastModifiedBy>AI Coding Factory</cp:lastModifiedBy>
  <cp:revision>1</cp:revision>
  <dcterms:created xsi:type="dcterms:W3CDTF">2026-02-27T13:22:43Z</dcterms:created>
  <dcterms:modified xsi:type="dcterms:W3CDTF">2026-02-27T13:22:43Z</dcterms:modified>
</cp:coreProperties>
</file>