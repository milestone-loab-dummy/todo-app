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Create a Todo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EPIC-02 — Todo CRUD (Core Feature)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US-03 — Create a Todo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Allow users to add new todos by typing in the input field and pressing Enter. Empty submissions are ignored. Todos persist in the database.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React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POST /todos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SQLite 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US-03 — Create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Typing + Enter creates todo if input is non-empty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Empty input is ignored — no blank todos created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New todo persists across page reloads (stored in DB)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POST /todos returns 201 Created with new todo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84632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28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73659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Input field clears after successful creation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US-03 — Create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3/screenshots/02-list-three-to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US-03 — Create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US-03 — Create a Todo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