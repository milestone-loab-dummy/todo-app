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2103120"/>
          </a:xfrm>
          <a:prstGeom prst="rect">
            <a:avLst/>
          </a:prstGeom>
          <a:solidFill>
            <a:srgbClr val="1557A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71C2"/>
                </a:solidFill>
              </a:rPr>
              <a:t>US-01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Go Backend Scaffold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DD7F4"/>
                </a:solidFill>
              </a:rPr>
              <a:t>EPIC-01 — Project Foundation &amp; Infrastructure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Priority: Must Have   |   Story Points: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Sprint 1 — Todo 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US-01 — Go Backend Scaffold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</a:rPr>
              <a:t>Story Summary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1188720"/>
          </a:xfrm>
          <a:prstGeom prst="rect">
            <a:avLst/>
          </a:prstGeom>
          <a:solidFill>
            <a:srgbClr val="E7F5FF"/>
          </a:solidFill>
          <a:ln w="12700">
            <a:solidFill>
              <a:srgbClr val="74C0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</a:rPr>
              <a:t>Establish the Go + Gin + GORM backend with health check endpoint, auto-migrated SQLite database, and structured request logging.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4290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Go 1.21+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34290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Gin HTTP framework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6908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GORM ORM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406908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SQLite (todos.db)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5057"/>
                </a:solidFill>
              </a:rPr>
              <a:t>Points: 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Acceptance Criteria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US-01 — Go Backend Scaffold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53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Server starts on port 8080 with go run ./...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24028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21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13055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GET /health returns 200 OK with {"status":"ok"}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10896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90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99923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todos.db auto-created via GORM on first run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97764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59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86791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Method, path, status, and latency logged to stdout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Feature Demo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US-01 — Go Backend Scaffold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12064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pic>
        <p:nvPicPr>
          <p:cNvPr id="6" name="Image 0" descr="/Users/loab/Documents/ai-coding-factory/projects/todo-app/artifacts/deliverables/US-01/screenshots/00-initial-lo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Definition of Done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US-01 — Go Backend Scaffold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Unit tests written with &gt;80% coverage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4708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84708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Integration tests for API endpoints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14016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5973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59736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Code review completed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26664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7238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07238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E2E tests passed (all journeys green)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39312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8503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685032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User documentation written (help article, FAQ, troubleshooting)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976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2976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Architecture diagram updated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864608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91032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491032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PowerPoint deliverable generated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5477256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52297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DB5BD"/>
                </a:solidFill>
              </a:rPr>
              <a:t>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5522976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E96"/>
                </a:solidFill>
              </a:rPr>
              <a:t>Git commit and push completed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US-01 — Go Backend Scaffold</dc:title>
  <dc:subject>PptxGenJS Presentation</dc:subject>
  <dc:creator>AI Coding Factory</dc:creator>
  <cp:lastModifiedBy>AI Coding Factory</cp:lastModifiedBy>
  <cp:revision>1</cp:revision>
  <dcterms:created xsi:type="dcterms:W3CDTF">2026-02-27T13:22:43Z</dcterms:created>
  <dcterms:modified xsi:type="dcterms:W3CDTF">2026-02-27T13:22:43Z</dcterms:modified>
</cp:coreProperties>
</file>