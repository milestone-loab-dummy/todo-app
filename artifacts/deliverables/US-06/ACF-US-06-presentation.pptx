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Edit a Todo Title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EPIC-02 — Todo CRUD (Core Feature)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US-06 — Edit a Todo Title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Double-click a todo title to enter inline edit mode. Save with Enter or blur; cancel with Escape. Empty edits are discarded.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PUT /todos/:id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onDoubleClick handler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cancelledRef guard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US-06 — Edit a Todo Title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Double-click title activates inline edit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Enter or click-away saves the new title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Escape cancels edit and restores original title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Empty title edit is cancelled (no empty todos)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84632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28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73659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New title persists after page reload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US-06 — Edit a Todo Title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6/screenshots/06-edit-sav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US-06 — Edit a Todo Title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US-06 — Edit a Todo Title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