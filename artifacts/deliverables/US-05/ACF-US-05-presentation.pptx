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2103120"/>
          </a:xfrm>
          <a:prstGeom prst="rect">
            <a:avLst/>
          </a:prstGeom>
          <a:solidFill>
            <a:srgbClr val="1557A0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65760"/>
            <a:ext cx="1371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65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971C2"/>
                </a:solidFill>
              </a:rPr>
              <a:t>US-05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Complete / Uncomplete a Todo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DD7F4"/>
                </a:solidFill>
              </a:rPr>
              <a:t>EPIC-02 — Todo CRUD (Core Feature)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Priority: Must Have   |   Story Points: 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Sprint 1 — Todo 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US-05 — Complete / Uncomplete a Todo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Story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8412480" cy="1188720"/>
          </a:xfrm>
          <a:prstGeom prst="rect">
            <a:avLst/>
          </a:prstGeom>
          <a:solidFill>
            <a:srgbClr val="E7F5FF"/>
          </a:solidFill>
          <a:ln w="12700">
            <a:solidFill>
              <a:srgbClr val="74C0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9164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</a:rPr>
              <a:t>Toggle todo completion status via checkbox. Completed todos show strikethrough text. State persists across reloads via the backend.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PUT /todos/:id API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342900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3429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Checkbox toggle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069080"/>
            <a:ext cx="3931920" cy="457200"/>
          </a:xfrm>
          <a:prstGeom prst="roundRect">
            <a:avLst>
              <a:gd name="adj" fmla="val 10000"/>
            </a:avLst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069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SQLite update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495057"/>
                </a:solidFill>
              </a:rPr>
              <a:t>Points: 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Acceptance Criteria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US-05 — Complete / Uncomplete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53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Clicking checkbox marks todo as completed (strikethrough)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05740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24028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21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213055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Clicking completed checkbox toggles back to active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99923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Toggle state persists across page reloads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8412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977640"/>
            <a:ext cx="320040" cy="3200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9593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867912"/>
            <a:ext cx="7589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PUT /todos/:id returns 404 for unknown IDs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Demo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US-05 — Complete / Uncomplete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5120640"/>
          </a:xfrm>
          <a:prstGeom prst="rect">
            <a:avLst/>
          </a:prstGeom>
          <a:solidFill>
            <a:srgbClr val="F1F3F5"/>
          </a:solidFill>
          <a:ln w="12700">
            <a:solidFill>
              <a:srgbClr val="DEE2E6"/>
            </a:solidFill>
            <a:prstDash val="solid"/>
          </a:ln>
        </p:spPr>
      </p:sp>
      <p:pic>
        <p:nvPicPr>
          <p:cNvPr id="6" name="Image 0" descr="/Users/loab/Documents/ai-coding-factory/projects/todo-app/artifacts/deliverables/US-05/screenshots/03-complete-tod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Definition of Done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DD7F4"/>
                </a:solidFill>
              </a:rPr>
              <a:t>US-05 — Complete / Uncomplete a Todo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3444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Unit tests written with &gt;80% coverage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0136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84708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Integration tests for API endpoints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5973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45973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Code review completed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7238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3072384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E2E tests passed (all journeys green)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39312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685032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User documentation written (help article, FAQ, troubleshooting)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5196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2976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2976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Architecture diagram updated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864608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91032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9E44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4910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PowerPoint deliverable generated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5477256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52297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DB5BD"/>
                </a:solidFill>
              </a:rPr>
              <a:t>○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5522976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68E96"/>
                </a:solidFill>
              </a:rPr>
              <a:t>Git commit and push completed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US-05 — Complete / Uncomplete a Todo</dc:title>
  <dc:subject>PptxGenJS Presentation</dc:subject>
  <dc:creator>AI Coding Factory</dc:creator>
  <cp:lastModifiedBy>AI Coding Factory</cp:lastModifiedBy>
  <cp:revision>1</cp:revision>
  <dcterms:created xsi:type="dcterms:W3CDTF">2026-02-27T13:22:43Z</dcterms:created>
  <dcterms:modified xsi:type="dcterms:W3CDTF">2026-02-27T13:22:43Z</dcterms:modified>
</cp:coreProperties>
</file>