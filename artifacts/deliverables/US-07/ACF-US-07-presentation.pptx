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Delete a Todo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EPIC-02 — Todo CRUD (Core Feature)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US-07 — Delete a Todo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Delete a todo by hovering to reveal a delete button. The todo is removed immediately from the list and permanently from the database.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DELETE /todos/:id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CSS hover reveal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SQLite delete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US-07 — Delete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Clicking delete removes todo from the list immediately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Backend confirms deletion — todo removed from 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DELETE /todos/:id returns 404 for unknown IDs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Delete button only visible on hover (clean UI)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US-07 — Delete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7/screenshots/12-delete-to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US-07 — Delete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US-07 — Delete a Todo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