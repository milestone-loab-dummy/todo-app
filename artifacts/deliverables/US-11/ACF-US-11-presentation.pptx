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Loading &amp; Error States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EPIC-04 — User Experience Polish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Should Have   |   Story Points: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US-11 — Loading &amp; Error States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Show skeleton loaders during data fetch, toast notifications for API errors, auto-dismiss after 4 seconds, and disable action buttons during in-flight requests.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Skeleton CSS animation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Toast component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React loading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US-11 — Loading &amp; Error States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Skeleton loader shown while fetching todos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Toast notification appears on any API failure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Toast auto-dismisses after 4 seconds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Action buttons disabled during pending mutations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US-11 — Loading &amp; Error States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11/screenshots/00-initial-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US-11 — Loading &amp; Error States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US-11 — Loading &amp; Error States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