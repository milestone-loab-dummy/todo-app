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2103120"/>
          </a:xfrm>
          <a:prstGeom prst="rect">
            <a:avLst/>
          </a:prstGeom>
          <a:solidFill>
            <a:srgbClr val="1557A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71C2"/>
                </a:solidFill>
              </a:rPr>
              <a:t>US-02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React + TypeScript Frontend Scaffold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DD7F4"/>
                </a:solidFill>
              </a:rPr>
              <a:t>EPIC-01 — Project Foundation &amp; Infrastructure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Priority: Must Have   |   Story Points: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5760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Sprint 1 — Todo 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US-02 — React + TypeScript Frontend Scaffold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71C2"/>
                </a:solidFill>
              </a:rPr>
              <a:t>Story Summary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412480" cy="1188720"/>
          </a:xfrm>
          <a:prstGeom prst="rect">
            <a:avLst/>
          </a:prstGeom>
          <a:solidFill>
            <a:srgbClr val="E7F5FF"/>
          </a:solidFill>
          <a:ln w="12700">
            <a:solidFill>
              <a:srgbClr val="74C0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916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</a:rPr>
              <a:t>Scaffold the React + TypeScript + Vite frontend with a dev server on port 3000, Todo App title, and clean TypeScript build.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71C2"/>
                </a:solidFill>
              </a:rPr>
              <a:t>Tech Stack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342900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429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</a:rPr>
              <a:t>React 18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342900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429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</a:rPr>
              <a:t>TypeScript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06908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069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</a:rPr>
              <a:t>Vite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406908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4069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</a:rPr>
              <a:t>ESLint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95057"/>
                </a:solidFill>
              </a:rPr>
              <a:t>Points: 1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Acceptance Criteria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US-02 — React + TypeScript Frontend Scaffold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71600"/>
            <a:ext cx="320040" cy="32004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533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26187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Dev server starts on http://localhost:3000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240280"/>
            <a:ext cx="320040" cy="32004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221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13055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Browser shows "Todo App" title on load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108960"/>
            <a:ext cx="320040" cy="32004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090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99923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npm run build completes without TypeScript errors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79476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977640"/>
            <a:ext cx="320040" cy="32004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9593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86791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VITE_API_URL configures backend connection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Feature Demo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US-02 — React + TypeScript Frontend Scaffold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12064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pic>
        <p:nvPicPr>
          <p:cNvPr id="6" name="Image 0" descr="/Users/loab/Documents/ai-coding-factory/projects/todo-app/artifacts/deliverables/US-02/screenshots/00-initial-lo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Definition of Done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US-02 — React + TypeScript Frontend Scaffold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23444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Unit tests written with &gt;80% coverage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01368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47088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847088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Integration tests for API endpoints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414016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59736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459736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Code review completed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26664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72384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072384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E2E tests passed (all journeys green)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639312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685032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685032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User documentation written (help article, FAQ, troubleshooting)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2976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429768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Architecture diagram updated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864608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910328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" y="4910328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PowerPoint deliverable generated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5477256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5522976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DB5BD"/>
                </a:solidFill>
              </a:rPr>
              <a:t>○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5522976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E96"/>
                </a:solidFill>
              </a:rPr>
              <a:t>Git commit and push completed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US-02 — React + TypeScript Frontend Scaffold</dc:title>
  <dc:subject>PptxGenJS Presentation</dc:subject>
  <dc:creator>AI Coding Factory</dc:creator>
  <cp:lastModifiedBy>AI Coding Factory</cp:lastModifiedBy>
  <cp:revision>1</cp:revision>
  <dcterms:created xsi:type="dcterms:W3CDTF">2026-02-27T13:22:43Z</dcterms:created>
  <dcterms:modified xsi:type="dcterms:W3CDTF">2026-02-27T13:22:43Z</dcterms:modified>
</cp:coreProperties>
</file>