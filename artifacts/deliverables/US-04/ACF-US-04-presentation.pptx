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List All Todos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EPIC-02 — Todo CRUD (Core Feature)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Must Have   |   Story Points: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US-04 — List All Todos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Fetch and display all todos from the backend on app load, with a skeleton loader during fetch and an empty state message when the list is empty.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GET /todos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Skeleton loading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React useEffect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US-04 — List All Todos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GET /todos returns all stored todos as an array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Empty list shows "empty state" message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Each todo displays title and completion status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Skeleton loader shown while fetch is in progress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US-04 — List All Todos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04/screenshots/02-list-three-tod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US-04 — List All Todos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US-04 — List All Todos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